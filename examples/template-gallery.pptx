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assets/brand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100" y="2667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381000"/>
            <a:ext cx="304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TEMPLATE PACKS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00050" y="838200"/>
            <a:ext cx="72390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Smart visuals for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consulting &amp; science</a:t>
            </a:r>
            <a:endParaRPr lang="en-US" sz="4000" dirty="0"/>
          </a:p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00050" y="211455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Fill YAML, get presentation-grade shapes that PowerPoint SmartArt rarely nails.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00050" y="2914650"/>
            <a:ext cx="1238250" cy="2857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6250" y="2971800"/>
            <a:ext cx="1085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GALLERY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96250" y="381000"/>
            <a:ext cx="3333750" cy="5715000"/>
          </a:xfrm>
          <a:prstGeom prst="roundRect">
            <a:avLst>
              <a:gd name="adj" fmla="val 274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24850" y="838200"/>
            <a:ext cx="2876550" cy="1533525"/>
          </a:xfrm>
          <a:prstGeom prst="roundRect">
            <a:avLst>
              <a:gd name="adj" fmla="val 5963"/>
            </a:avLst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96300" y="971550"/>
            <a:ext cx="2533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CONSULTING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96300" y="1200150"/>
            <a:ext cx="25336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chevron · stair · venn · raci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324850" y="2486025"/>
            <a:ext cx="2876550" cy="1533525"/>
          </a:xfrm>
          <a:prstGeom prst="roundRect">
            <a:avLst>
              <a:gd name="adj" fmla="val 5963"/>
            </a:avLst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96300" y="2619375"/>
            <a:ext cx="2533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SCIENTIFIC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96300" y="2847975"/>
            <a:ext cx="25336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equation · hierarchy · KPI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324850" y="4133850"/>
            <a:ext cx="2876550" cy="1533525"/>
          </a:xfrm>
          <a:prstGeom prst="roundRect">
            <a:avLst>
              <a:gd name="adj" fmla="val 5963"/>
            </a:avLst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96300" y="4267200"/>
            <a:ext cx="2533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CHROME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96300" y="4495800"/>
            <a:ext cx="25336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logo · footer · classification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PPT-GEN  ·  TEMPLATE GALLERY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05438" y="6438900"/>
            <a:ext cx="1381125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05438" y="6457950"/>
            <a:ext cx="1381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assets/brand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100" y="2667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457200"/>
            <a:ext cx="2381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524000" y="255270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Consulting pack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524000" y="34671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Argument, ownership, and action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PPT-GEN  ·  TEMPLATE GALLERY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05438" y="6438900"/>
            <a:ext cx="1381125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05438" y="6457950"/>
            <a:ext cx="1381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assets/brand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100" y="2667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77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Process (chevron)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PPT-GEN  ·  TEMPLATE GALLERY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05438" y="6438900"/>
            <a:ext cx="1381125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438" y="6457950"/>
            <a:ext cx="1381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0050" y="2457450"/>
            <a:ext cx="2762250" cy="800100"/>
          </a:xfrm>
          <a:prstGeom prst="chevron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6750" y="2457450"/>
            <a:ext cx="20764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00050" y="3409950"/>
            <a:ext cx="2762250" cy="1333500"/>
          </a:xfrm>
          <a:prstGeom prst="roundRect">
            <a:avLst>
              <a:gd name="adj" fmla="val 68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0050" y="3409950"/>
            <a:ext cx="47625" cy="13335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3400" y="3505200"/>
            <a:ext cx="25336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Frame the problem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76600" y="2457450"/>
            <a:ext cx="2762250" cy="800100"/>
          </a:xfrm>
          <a:prstGeom prst="chevron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43300" y="2457450"/>
            <a:ext cx="20764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Diagnose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276600" y="3409950"/>
            <a:ext cx="2762250" cy="1333500"/>
          </a:xfrm>
          <a:prstGeom prst="roundRect">
            <a:avLst>
              <a:gd name="adj" fmla="val 68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76600" y="3409950"/>
            <a:ext cx="47625" cy="13335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09950" y="3505200"/>
            <a:ext cx="25336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Drivers &amp; evidence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53150" y="2457450"/>
            <a:ext cx="2762250" cy="800100"/>
          </a:xfrm>
          <a:prstGeom prst="chevron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19850" y="2457450"/>
            <a:ext cx="20764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53150" y="3409950"/>
            <a:ext cx="2762250" cy="1333500"/>
          </a:xfrm>
          <a:prstGeom prst="roundRect">
            <a:avLst>
              <a:gd name="adj" fmla="val 68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53150" y="3409950"/>
            <a:ext cx="47625" cy="133350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86500" y="3505200"/>
            <a:ext cx="25336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Options &amp; tradeoffs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029700" y="2457450"/>
            <a:ext cx="2762250" cy="800100"/>
          </a:xfrm>
          <a:prstGeom prst="chevron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296400" y="2457450"/>
            <a:ext cx="20764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Deliver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029700" y="3409950"/>
            <a:ext cx="2762250" cy="1333500"/>
          </a:xfrm>
          <a:prstGeom prst="roundRect">
            <a:avLst>
              <a:gd name="adj" fmla="val 68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29700" y="3409950"/>
            <a:ext cx="47625" cy="133350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63050" y="3505200"/>
            <a:ext cx="25336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→ scale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assets/brand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100" y="2667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77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Capability maturity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PPT-GEN  ·  TEMPLATE GALLERY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05438" y="6438900"/>
            <a:ext cx="1381125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438" y="6457950"/>
            <a:ext cx="1381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0050" y="3724275"/>
            <a:ext cx="2743200" cy="2600325"/>
          </a:xfrm>
          <a:prstGeom prst="roundRect">
            <a:avLst>
              <a:gd name="adj" fmla="val 3516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0050" y="3724275"/>
            <a:ext cx="2743200" cy="762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3400" y="3876675"/>
            <a:ext cx="342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33400" y="4162425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 hoc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3400" y="4581525"/>
            <a:ext cx="247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Heroics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76600" y="2781300"/>
            <a:ext cx="2743200" cy="3543300"/>
          </a:xfrm>
          <a:prstGeom prst="roundRect">
            <a:avLst>
              <a:gd name="adj" fmla="val 333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76600" y="2781300"/>
            <a:ext cx="2743200" cy="762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9950" y="2933700"/>
            <a:ext cx="342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409950" y="321945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Repeatable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409950" y="3638550"/>
            <a:ext cx="247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Playbooks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53150" y="1847850"/>
            <a:ext cx="2743200" cy="4476750"/>
          </a:xfrm>
          <a:prstGeom prst="roundRect">
            <a:avLst>
              <a:gd name="adj" fmla="val 333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53150" y="1847850"/>
            <a:ext cx="2743200" cy="7620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86500" y="2000250"/>
            <a:ext cx="342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286500" y="228600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Managed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286500" y="2705100"/>
            <a:ext cx="247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Metrics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029700" y="904875"/>
            <a:ext cx="2743200" cy="5419725"/>
          </a:xfrm>
          <a:prstGeom prst="roundRect">
            <a:avLst>
              <a:gd name="adj" fmla="val 333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29700" y="904875"/>
            <a:ext cx="2743200" cy="76200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63050" y="1057275"/>
            <a:ext cx="342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163050" y="1343025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Optimized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163050" y="1762125"/>
            <a:ext cx="247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Feedback loops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assets/brand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100" y="2667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77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product and GTM must overlap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PPT-GEN  ·  TEMPLATE GALLERY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05438" y="6438900"/>
            <a:ext cx="1381125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438" y="6457950"/>
            <a:ext cx="1381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90987" y="1905000"/>
            <a:ext cx="2476500" cy="2476500"/>
          </a:xfrm>
          <a:prstGeom prst="ellipse">
            <a:avLst/>
          </a:prstGeom>
          <a:solidFill>
            <a:srgbClr val="4E79A7">
              <a:alpha val="45000"/>
            </a:srgbClr>
          </a:solidFill>
          <a:ln w="19050">
            <a:solidFill>
              <a:srgbClr val="4E79A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24513" y="1905000"/>
            <a:ext cx="2476500" cy="2476500"/>
          </a:xfrm>
          <a:prstGeom prst="ellipse">
            <a:avLst/>
          </a:prstGeom>
          <a:solidFill>
            <a:srgbClr val="E94560">
              <a:alpha val="45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43388" y="2600325"/>
            <a:ext cx="103822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10388" y="2600325"/>
            <a:ext cx="103822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GTM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553075" y="2743200"/>
            <a:ext cx="108585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00050" y="5124450"/>
            <a:ext cx="3724275" cy="742950"/>
          </a:xfrm>
          <a:prstGeom prst="roundRect">
            <a:avLst>
              <a:gd name="adj" fmla="val 1230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0050" y="5124450"/>
            <a:ext cx="47625" cy="74295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3400" y="5219700"/>
            <a:ext cx="34956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Surface + reliability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238625" y="5124450"/>
            <a:ext cx="3724275" cy="742950"/>
          </a:xfrm>
          <a:prstGeom prst="roundRect">
            <a:avLst>
              <a:gd name="adj" fmla="val 1230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38625" y="5124450"/>
            <a:ext cx="47625" cy="74295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71975" y="5219700"/>
            <a:ext cx="34956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Habit loops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77200" y="5124450"/>
            <a:ext cx="3724275" cy="742950"/>
          </a:xfrm>
          <a:prstGeom prst="roundRect">
            <a:avLst>
              <a:gd name="adj" fmla="val 1230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77200" y="5124450"/>
            <a:ext cx="47625" cy="74295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10550" y="5219700"/>
            <a:ext cx="34956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Narrative + channels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assets/brand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100" y="2667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77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Launch ownership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PPT-GEN  ·  TEMPLATE GALLERY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05438" y="6438900"/>
            <a:ext cx="1381125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438" y="6457950"/>
            <a:ext cx="1381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43250" y="2276475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24475" y="2276475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05700" y="2276475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86925" y="2276475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GTM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0050" y="2638425"/>
            <a:ext cx="11391900" cy="438150"/>
          </a:xfrm>
          <a:prstGeom prst="rect">
            <a:avLst/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3400" y="2638425"/>
            <a:ext cx="2438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PRD freeze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67050" y="2638425"/>
            <a:ext cx="2181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248275" y="2638425"/>
            <a:ext cx="2181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29500" y="2638425"/>
            <a:ext cx="2181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10725" y="2638425"/>
            <a:ext cx="2181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00050" y="3133725"/>
            <a:ext cx="11391900" cy="438150"/>
          </a:xfrm>
          <a:prstGeom prst="rect">
            <a:avLst/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3400" y="3133725"/>
            <a:ext cx="2438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ADR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067050" y="3133725"/>
            <a:ext cx="2181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48275" y="3133725"/>
            <a:ext cx="2181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29500" y="3133725"/>
            <a:ext cx="2181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610725" y="3133725"/>
            <a:ext cx="2181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00050" y="3629025"/>
            <a:ext cx="11391900" cy="438150"/>
          </a:xfrm>
          <a:prstGeom prst="rect">
            <a:avLst/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3400" y="3629025"/>
            <a:ext cx="2438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Beta cohort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067050" y="3629025"/>
            <a:ext cx="2181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248275" y="3629025"/>
            <a:ext cx="2181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429500" y="3629025"/>
            <a:ext cx="2181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610725" y="3629025"/>
            <a:ext cx="2181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00050" y="4124325"/>
            <a:ext cx="11391900" cy="438150"/>
          </a:xfrm>
          <a:prstGeom prst="rect">
            <a:avLst/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3400" y="4124325"/>
            <a:ext cx="2438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Pricing page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067050" y="4124325"/>
            <a:ext cx="2181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6B7B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248275" y="4124325"/>
            <a:ext cx="2181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429500" y="4124325"/>
            <a:ext cx="2181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610725" y="4124325"/>
            <a:ext cx="21812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00050" y="4714875"/>
            <a:ext cx="11391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 Responsible · A Accountable · C Consulted · I Informed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assets/brand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100" y="2667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77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Prioritize the portfolio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PPT-GEN  ·  TEMPLATE GALLERY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05438" y="6438900"/>
            <a:ext cx="1381125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438" y="6457950"/>
            <a:ext cx="1381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543050" y="981075"/>
            <a:ext cx="4933950" cy="2290763"/>
          </a:xfrm>
          <a:prstGeom prst="roundRect">
            <a:avLst>
              <a:gd name="adj" fmla="val 3992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72250" y="981075"/>
            <a:ext cx="4933950" cy="2290763"/>
          </a:xfrm>
          <a:prstGeom prst="roundRect">
            <a:avLst>
              <a:gd name="adj" fmla="val 3992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43050" y="3367088"/>
            <a:ext cx="4933950" cy="2290763"/>
          </a:xfrm>
          <a:prstGeom prst="roundRect">
            <a:avLst>
              <a:gd name="adj" fmla="val 3992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72250" y="3367088"/>
            <a:ext cx="4933950" cy="2290763"/>
          </a:xfrm>
          <a:prstGeom prst="roundRect">
            <a:avLst>
              <a:gd name="adj" fmla="val 3992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0050" y="981075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Impact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43050" y="5715000"/>
            <a:ext cx="996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Ease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95450" y="1114425"/>
            <a:ext cx="4629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BIG BETS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24650" y="1114425"/>
            <a:ext cx="4629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WINS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95450" y="3500438"/>
            <a:ext cx="4629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IGNORE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24650" y="3500438"/>
            <a:ext cx="4629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FILL-INS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657350" y="1400175"/>
            <a:ext cx="4705350" cy="400050"/>
          </a:xfrm>
          <a:prstGeom prst="roundRect">
            <a:avLst>
              <a:gd name="adj" fmla="val 2285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52600" y="1400175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 rewrite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686550" y="1400175"/>
            <a:ext cx="4705350" cy="400050"/>
          </a:xfrm>
          <a:prstGeom prst="roundRect">
            <a:avLst>
              <a:gd name="adj" fmla="val 2285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81800" y="1400175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Onboarding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657350" y="3786188"/>
            <a:ext cx="4705350" cy="400050"/>
          </a:xfrm>
          <a:prstGeom prst="roundRect">
            <a:avLst>
              <a:gd name="adj" fmla="val 2285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752600" y="3786188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Vanity dashboards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686550" y="3786188"/>
            <a:ext cx="4705350" cy="400050"/>
          </a:xfrm>
          <a:prstGeom prst="roundRect">
            <a:avLst>
              <a:gd name="adj" fmla="val 2285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81800" y="3786188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Dark mode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assets/brand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100" y="2667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457200"/>
            <a:ext cx="2381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524000" y="255270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Scientific pack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524000" y="34671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Structure, method, and results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PPT-GEN  ·  TEMPLATE GALLERY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05438" y="6438900"/>
            <a:ext cx="1381125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05438" y="6457950"/>
            <a:ext cx="1381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assets/brand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100" y="2667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77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Exponential smoothing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PPT-GEN  ·  TEMPLATE GALLERY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05438" y="6438900"/>
            <a:ext cx="1381125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438" y="6457950"/>
            <a:ext cx="1381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0050" y="2343150"/>
            <a:ext cx="11391900" cy="2495550"/>
          </a:xfrm>
          <a:prstGeom prst="roundRect">
            <a:avLst>
              <a:gd name="adj" fmla="val 3664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pic>
        <p:nvPicPr>
          <p:cNvPr id="9" name="Image 1" descr="/Users/dpadmana/projects/ppt-gen/assets/math/math-08f4b5287431d4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25" y="2647950"/>
            <a:ext cx="5238750" cy="12001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7250" y="4152900"/>
            <a:ext cx="1047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Learning rate α trades responsiveness against noise in the experiment cadence.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assets/brand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100" y="2667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77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decomposition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PPT-GEN  ·  TEMPLATE GALLERY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05438" y="6438900"/>
            <a:ext cx="1381125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438" y="6457950"/>
            <a:ext cx="1381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45458" y="942975"/>
            <a:ext cx="4101084" cy="838200"/>
          </a:xfrm>
          <a:prstGeom prst="roundRect">
            <a:avLst>
              <a:gd name="adj" fmla="val 10909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45458" y="942975"/>
            <a:ext cx="57150" cy="838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16908" y="1057275"/>
            <a:ext cx="37581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INFERENCE STACK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16908" y="1238250"/>
            <a:ext cx="375818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Serving path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81713" y="1781175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33613" y="2109788"/>
            <a:ext cx="7715250" cy="28575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19325" y="2124075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76950" y="2124075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934575" y="2124075"/>
            <a:ext cx="28575" cy="34290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" y="2466975"/>
            <a:ext cx="3667125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0050" y="2466975"/>
            <a:ext cx="57150" cy="104775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" y="2581275"/>
            <a:ext cx="3324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ROUTER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1500" y="2809875"/>
            <a:ext cx="33242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Policy + fallback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257675" y="2466975"/>
            <a:ext cx="3667125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57675" y="2466975"/>
            <a:ext cx="57150" cy="104775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29125" y="2581275"/>
            <a:ext cx="3324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EXPERTS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429125" y="2809875"/>
            <a:ext cx="33242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MoE shards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115300" y="2466975"/>
            <a:ext cx="3667125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15300" y="2466975"/>
            <a:ext cx="57150" cy="104775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6750" y="2581275"/>
            <a:ext cx="3324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RUNTIME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286750" y="2809875"/>
            <a:ext cx="33242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Batching + KV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assets/brand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100" y="2667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77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 snapshot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PPT-GEN  ·  TEMPLATE GALLERY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05438" y="6438900"/>
            <a:ext cx="1381125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438" y="6457950"/>
            <a:ext cx="1381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0050" y="2162175"/>
            <a:ext cx="3638550" cy="2857500"/>
          </a:xfrm>
          <a:prstGeom prst="roundRect">
            <a:avLst>
              <a:gd name="adj" fmla="val 32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0050" y="2162175"/>
            <a:ext cx="3638550" cy="762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2450" y="2352675"/>
            <a:ext cx="3333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LATENCY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2450" y="2638425"/>
            <a:ext cx="333375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−38%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552450" y="4600575"/>
            <a:ext cx="333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p50 vs baseline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67200" y="2162175"/>
            <a:ext cx="3638550" cy="2857500"/>
          </a:xfrm>
          <a:prstGeom prst="roundRect">
            <a:avLst>
              <a:gd name="adj" fmla="val 32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67200" y="2162175"/>
            <a:ext cx="3638550" cy="762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19600" y="2352675"/>
            <a:ext cx="3333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QUALITY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19600" y="2638425"/>
            <a:ext cx="333375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+0.12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4419600" y="4600575"/>
            <a:ext cx="333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Win rate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34350" y="2162175"/>
            <a:ext cx="3638550" cy="2857500"/>
          </a:xfrm>
          <a:prstGeom prst="roundRect">
            <a:avLst>
              <a:gd name="adj" fmla="val 3200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34350" y="2162175"/>
            <a:ext cx="3638550" cy="7620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86750" y="2352675"/>
            <a:ext cx="3333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COST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86750" y="2638425"/>
            <a:ext cx="333375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0.7×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8286750" y="4600575"/>
            <a:ext cx="333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 1k tokens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assets/brand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100" y="2667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77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Compose — two-up (columns)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PPT-GEN  ·  TEMPLATE GALLERY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05438" y="6438900"/>
            <a:ext cx="1381125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438" y="6457950"/>
            <a:ext cx="1381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0050" y="981075"/>
            <a:ext cx="5581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OUTCOMES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0050" y="1247775"/>
            <a:ext cx="2733675" cy="1714500"/>
          </a:xfrm>
          <a:prstGeom prst="roundRect">
            <a:avLst>
              <a:gd name="adj" fmla="val 533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0050" y="1247775"/>
            <a:ext cx="2733675" cy="762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2450" y="1438275"/>
            <a:ext cx="2428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LATENCY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2450" y="1724025"/>
            <a:ext cx="2428875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−38%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52450" y="2543175"/>
            <a:ext cx="2428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p50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8025" y="1247775"/>
            <a:ext cx="2733675" cy="1714500"/>
          </a:xfrm>
          <a:prstGeom prst="roundRect">
            <a:avLst>
              <a:gd name="adj" fmla="val 533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8025" y="1247775"/>
            <a:ext cx="2733675" cy="762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00425" y="1438275"/>
            <a:ext cx="2428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QUALITY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00425" y="1724025"/>
            <a:ext cx="2428875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+0.12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3400425" y="2543175"/>
            <a:ext cx="2428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Win rate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10300" y="981075"/>
            <a:ext cx="5581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10300" y="1247775"/>
            <a:ext cx="1781175" cy="800100"/>
          </a:xfrm>
          <a:prstGeom prst="chevron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19850" y="1247775"/>
            <a:ext cx="12573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210300" y="2200275"/>
            <a:ext cx="1781175" cy="1333500"/>
          </a:xfrm>
          <a:prstGeom prst="roundRect">
            <a:avLst>
              <a:gd name="adj" fmla="val 68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10300" y="2200275"/>
            <a:ext cx="47625" cy="13335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43650" y="2295525"/>
            <a:ext cx="15525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+ options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105775" y="1247775"/>
            <a:ext cx="1781175" cy="800100"/>
          </a:xfrm>
          <a:prstGeom prst="chevron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15325" y="1247775"/>
            <a:ext cx="12573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105775" y="2200275"/>
            <a:ext cx="1781175" cy="1333500"/>
          </a:xfrm>
          <a:prstGeom prst="roundRect">
            <a:avLst>
              <a:gd name="adj" fmla="val 68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105775" y="2200275"/>
            <a:ext cx="47625" cy="13335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39125" y="2295525"/>
            <a:ext cx="15525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evidence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10001250" y="1247775"/>
            <a:ext cx="1781175" cy="800100"/>
          </a:xfrm>
          <a:prstGeom prst="chevron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210800" y="1247775"/>
            <a:ext cx="12573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10001250" y="2200275"/>
            <a:ext cx="1781175" cy="1333500"/>
          </a:xfrm>
          <a:prstGeom prst="roundRect">
            <a:avLst>
              <a:gd name="adj" fmla="val 685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001250" y="2200275"/>
            <a:ext cx="47625" cy="133350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34600" y="2295525"/>
            <a:ext cx="15525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Rollout plan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assets/brand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100" y="2667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77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Compose — side by side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PPT-GEN  ·  TEMPLATE GALLERY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05438" y="6438900"/>
            <a:ext cx="1381125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438" y="6457950"/>
            <a:ext cx="1381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0050" y="981075"/>
            <a:ext cx="57245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95350" y="1285875"/>
            <a:ext cx="2509838" cy="2281238"/>
          </a:xfrm>
          <a:prstGeom prst="roundRect">
            <a:avLst>
              <a:gd name="adj" fmla="val 4008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0438" y="1285875"/>
            <a:ext cx="2509838" cy="2281238"/>
          </a:xfrm>
          <a:prstGeom prst="roundRect">
            <a:avLst>
              <a:gd name="adj" fmla="val 4008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5350" y="3662362"/>
            <a:ext cx="2509838" cy="2281238"/>
          </a:xfrm>
          <a:prstGeom prst="roundRect">
            <a:avLst>
              <a:gd name="adj" fmla="val 4008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00438" y="3662362"/>
            <a:ext cx="2509838" cy="2281238"/>
          </a:xfrm>
          <a:prstGeom prst="roundRect">
            <a:avLst>
              <a:gd name="adj" fmla="val 4008"/>
            </a:avLst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0050" y="1285875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Impact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95350" y="6000750"/>
            <a:ext cx="511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Ease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009650" y="1457325"/>
            <a:ext cx="2281238" cy="400050"/>
          </a:xfrm>
          <a:prstGeom prst="roundRect">
            <a:avLst>
              <a:gd name="adj" fmla="val 2285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04900" y="1457325"/>
            <a:ext cx="20907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Rewrite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614738" y="1457325"/>
            <a:ext cx="2281238" cy="400050"/>
          </a:xfrm>
          <a:prstGeom prst="roundRect">
            <a:avLst>
              <a:gd name="adj" fmla="val 22857"/>
            </a:avLst>
          </a:prstGeom>
          <a:solidFill>
            <a:srgbClr val="1F1F36"/>
          </a:solidFill>
          <a:ln w="15875">
            <a:solidFill>
              <a:srgbClr val="4E7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09988" y="1457325"/>
            <a:ext cx="20907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Onboarding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53175" y="981075"/>
            <a:ext cx="54387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OWNERS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43850" y="296227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906000" y="2962275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53175" y="3324225"/>
            <a:ext cx="5438775" cy="438150"/>
          </a:xfrm>
          <a:prstGeom prst="rect">
            <a:avLst/>
          </a:prstGeom>
          <a:solidFill>
            <a:srgbClr val="2B2B4A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86525" y="3324225"/>
            <a:ext cx="12858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867650" y="3324225"/>
            <a:ext cx="1962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829800" y="3324225"/>
            <a:ext cx="1962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53175" y="3819525"/>
            <a:ext cx="5438775" cy="438150"/>
          </a:xfrm>
          <a:prstGeom prst="rect">
            <a:avLst/>
          </a:prstGeom>
          <a:solidFill>
            <a:srgbClr val="1F1F36"/>
          </a:solidFill>
          <a:ln w="15875">
            <a:solidFill>
              <a:srgbClr val="3A3A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86525" y="3819525"/>
            <a:ext cx="12858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867650" y="3819525"/>
            <a:ext cx="1962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829800" y="3819525"/>
            <a:ext cx="1962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353175" y="4410075"/>
            <a:ext cx="54387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 Responsible · A Accountable · C Consulted · I Informed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assets/brand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100" y="2667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77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Compose — stacked (rows)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PPT-GEN  ·  TEMPLATE GALLERY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05438" y="6438900"/>
            <a:ext cx="1381125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438" y="6457950"/>
            <a:ext cx="1381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0050" y="981075"/>
            <a:ext cx="11391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0050" y="1247775"/>
            <a:ext cx="11391900" cy="533400"/>
          </a:xfrm>
          <a:prstGeom prst="roundRect">
            <a:avLst>
              <a:gd name="adj" fmla="val 1714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0050" y="1247775"/>
            <a:ext cx="114300" cy="5334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6750" y="1409700"/>
            <a:ext cx="432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Adoption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56810" y="1409700"/>
            <a:ext cx="6265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+18% WoW in pilot cohort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00050" y="1876425"/>
            <a:ext cx="11391900" cy="533400"/>
          </a:xfrm>
          <a:prstGeom prst="roundRect">
            <a:avLst>
              <a:gd name="adj" fmla="val 1714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0050" y="1876425"/>
            <a:ext cx="114300" cy="53340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6750" y="2038350"/>
            <a:ext cx="432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Quality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56810" y="2038350"/>
            <a:ext cx="6265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Win rate +0.12 vs control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00050" y="2505075"/>
            <a:ext cx="11391900" cy="533400"/>
          </a:xfrm>
          <a:prstGeom prst="roundRect">
            <a:avLst>
              <a:gd name="adj" fmla="val 17143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0050" y="2505075"/>
            <a:ext cx="114300" cy="53340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6750" y="2667000"/>
            <a:ext cx="4328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Cost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956810" y="2667000"/>
            <a:ext cx="62655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p50 inference −11%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00050" y="3629025"/>
            <a:ext cx="11391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THREE MOVES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00050" y="3895725"/>
            <a:ext cx="3714750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00050" y="3895725"/>
            <a:ext cx="57150" cy="104775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1500" y="4010025"/>
            <a:ext cx="3371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LOCK METRIC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71500" y="4238625"/>
            <a:ext cx="33718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north-star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114800" y="4410075"/>
            <a:ext cx="114300" cy="1905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29100" y="3895725"/>
            <a:ext cx="3714750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29100" y="3895725"/>
            <a:ext cx="57150" cy="104775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00550" y="4010025"/>
            <a:ext cx="3371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8E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EXPAND COHORT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400550" y="4238625"/>
            <a:ext cx="33718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+2 segments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943850" y="4410075"/>
            <a:ext cx="114300" cy="19050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58150" y="3895725"/>
            <a:ext cx="3714750" cy="1047750"/>
          </a:xfrm>
          <a:prstGeom prst="roundRect">
            <a:avLst>
              <a:gd name="adj" fmla="val 8727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58150" y="3895725"/>
            <a:ext cx="57150" cy="104775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29600" y="4010025"/>
            <a:ext cx="3371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575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GATE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229600" y="4238625"/>
            <a:ext cx="33718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 / hold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assets/brand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100" y="2667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247650"/>
            <a:ext cx="10877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Compose — main + side stack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PPT-GEN  ·  TEMPLATE GALLERY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05438" y="6438900"/>
            <a:ext cx="1381125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438" y="6457950"/>
            <a:ext cx="1381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0050" y="981075"/>
            <a:ext cx="66008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OVERLAP STORY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85950" y="2219325"/>
            <a:ext cx="2238375" cy="2238375"/>
          </a:xfrm>
          <a:prstGeom prst="ellipse">
            <a:avLst/>
          </a:prstGeom>
          <a:solidFill>
            <a:srgbClr val="4E79A7">
              <a:alpha val="45000"/>
            </a:srgbClr>
          </a:solidFill>
          <a:ln w="19050">
            <a:solidFill>
              <a:srgbClr val="4E79A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76600" y="2219325"/>
            <a:ext cx="2238375" cy="2238375"/>
          </a:xfrm>
          <a:prstGeom prst="ellipse">
            <a:avLst/>
          </a:prstGeom>
          <a:solidFill>
            <a:srgbClr val="E94560">
              <a:alpha val="45000"/>
            </a:srgbClr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9300" y="2847975"/>
            <a:ext cx="9429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38650" y="2847975"/>
            <a:ext cx="94297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GTM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205163" y="2981325"/>
            <a:ext cx="9810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00050" y="5314950"/>
            <a:ext cx="2124075" cy="742950"/>
          </a:xfrm>
          <a:prstGeom prst="roundRect">
            <a:avLst>
              <a:gd name="adj" fmla="val 1230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0050" y="5314950"/>
            <a:ext cx="47625" cy="74295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3400" y="5410200"/>
            <a:ext cx="18954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638425" y="5314950"/>
            <a:ext cx="2124075" cy="742950"/>
          </a:xfrm>
          <a:prstGeom prst="roundRect">
            <a:avLst>
              <a:gd name="adj" fmla="val 1230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38425" y="5314950"/>
            <a:ext cx="47625" cy="74295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71775" y="5410200"/>
            <a:ext cx="18954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Habit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876800" y="5314950"/>
            <a:ext cx="2124075" cy="742950"/>
          </a:xfrm>
          <a:prstGeom prst="roundRect">
            <a:avLst>
              <a:gd name="adj" fmla="val 12308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76800" y="5314950"/>
            <a:ext cx="47625" cy="74295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10150" y="5410200"/>
            <a:ext cx="18954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Narrative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229475" y="981075"/>
            <a:ext cx="4562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229475" y="1247775"/>
            <a:ext cx="4562475" cy="1638300"/>
          </a:xfrm>
          <a:prstGeom prst="roundRect">
            <a:avLst>
              <a:gd name="adj" fmla="val 5581"/>
            </a:avLst>
          </a:prstGeom>
          <a:solidFill>
            <a:srgbClr val="2B2B4A"/>
          </a:solidFill>
          <a:ln w="12700">
            <a:solidFill>
              <a:srgbClr val="2B2B4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29475" y="1247775"/>
            <a:ext cx="4562475" cy="7620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81875" y="1438275"/>
            <a:ext cx="4257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NPS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381875" y="1724025"/>
            <a:ext cx="425767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E79A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+12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7381875" y="2466975"/>
            <a:ext cx="4257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Trailing 90d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229475" y="3629025"/>
            <a:ext cx="4562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229475" y="3895725"/>
            <a:ext cx="114300" cy="241935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72375" y="4086225"/>
            <a:ext cx="3952875" cy="2038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 the habit-loop bet; pause vanity dashboards.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padmana/projects/ppt-gen/assets/brand/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68100" y="266700"/>
            <a:ext cx="381000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" y="4572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00050" y="1143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 in YAML. Render with ppt-gen.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00050" y="1943100"/>
            <a:ext cx="857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Pick a pack layout, fill items, regenerate — same visual language every time.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00050" y="5619750"/>
            <a:ext cx="1047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EA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See README · Template packs (consulting / scientific / core) · compose for multi-panel slides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00050" y="6457950"/>
            <a:ext cx="495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PPT-GEN  ·  TEMPLATE GALLERY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05438" y="6438900"/>
            <a:ext cx="1381125" cy="209550"/>
          </a:xfrm>
          <a:prstGeom prst="roundRect">
            <a:avLst>
              <a:gd name="adj" fmla="val 43636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05438" y="6457950"/>
            <a:ext cx="1381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INTERNAL ONLY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334750" y="645795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C6C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gallery — consulting &amp; scientific SmartArt</dc:title>
  <dc:subject>PptxGenJS Presentation</dc:subject>
  <dc:creator>ppt-gen</dc:creator>
  <cp:lastModifiedBy>ppt-gen</cp:lastModifiedBy>
  <cp:revision>1</cp:revision>
  <dcterms:created xsi:type="dcterms:W3CDTF">2026-09-27T06:56:52Z</dcterms:created>
  <dcterms:modified xsi:type="dcterms:W3CDTF">2026-09-27T06:56:52Z</dcterms:modified>
</cp:coreProperties>
</file>