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PACKS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Smart visuals for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&amp; science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1924050"/>
            <a:ext cx="685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Standardized mjs layouts — fill YAML, get presentation-grade shapes PowerPoint SmartArt rarely nails.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098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6670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4850" y="83820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96300" y="97155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496300" y="120015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chevron · stair · venn · raci · matrix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4850" y="2486025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96300" y="2619375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496300" y="2847975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equation · hierarchy · big-number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4850" y="413385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96300" y="426720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CHROME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496300" y="449580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logo · footer · classification tag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Argument, ownership, and action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Process (chevron)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409825"/>
            <a:ext cx="276225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675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005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3362325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340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 the problem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76600" y="2409825"/>
            <a:ext cx="276225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4330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27660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76600" y="3362325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0995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 &amp; evidence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53150" y="2409825"/>
            <a:ext cx="276225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1985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5315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53150" y="3362325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8650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 &amp; tradeoffs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029700" y="2409825"/>
            <a:ext cx="2762250" cy="800100"/>
          </a:xfrm>
          <a:prstGeom prst="chevron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9640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02970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029700" y="3362325"/>
            <a:ext cx="47625" cy="1333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6305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→ scale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maturity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3686175"/>
            <a:ext cx="2743200" cy="2638425"/>
          </a:xfrm>
          <a:prstGeom prst="roundRect">
            <a:avLst>
              <a:gd name="adj" fmla="val 346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3686175"/>
            <a:ext cx="27432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3400" y="38385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33400" y="41243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 hoc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3400" y="45434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Heroics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76600" y="2733675"/>
            <a:ext cx="2743200" cy="3590925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76600" y="2733675"/>
            <a:ext cx="274320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9950" y="28860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409950" y="31718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Repeatable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409950" y="35909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Playbooks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53150" y="1771650"/>
            <a:ext cx="2743200" cy="4552950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53150" y="1771650"/>
            <a:ext cx="274320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86500" y="19240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286500" y="22098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Managed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286500" y="2628900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29700" y="819150"/>
            <a:ext cx="2743200" cy="5505450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29700" y="819150"/>
            <a:ext cx="274320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63050" y="9715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163050" y="12573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Optimized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163050" y="1676400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Feedback loops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product and GTM must overlap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90987" y="1857375"/>
            <a:ext cx="2476500" cy="2476500"/>
          </a:xfrm>
          <a:prstGeom prst="ellipse">
            <a:avLst/>
          </a:prstGeom>
          <a:solidFill>
            <a:srgbClr val="4E79A7">
              <a:alpha val="45000"/>
            </a:srgbClr>
          </a:solidFill>
          <a:ln w="19050">
            <a:solidFill>
              <a:srgbClr val="4E79A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24513" y="1857375"/>
            <a:ext cx="2476500" cy="2476500"/>
          </a:xfrm>
          <a:prstGeom prst="ellipse">
            <a:avLst/>
          </a:prstGeom>
          <a:solidFill>
            <a:srgbClr val="E94560">
              <a:alpha val="45000"/>
            </a:srgbClr>
          </a:solidFill>
          <a:ln w="1905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43388" y="2552700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10388" y="2552700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553075" y="2695575"/>
            <a:ext cx="1085850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00050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" y="5076825"/>
            <a:ext cx="47625" cy="7429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400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Surface + reliability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38625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38625" y="50768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975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Habit loops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77200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77200" y="50768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10550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Narrative + channels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Launch ownership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43250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24475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505700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686925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0050" y="25908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3400" y="25908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 freeze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67050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48275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429500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10725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0050" y="30861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3400" y="30861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ADR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067050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48275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429500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610725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0050" y="35814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3400" y="35814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Beta cohort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067050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248275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429500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610725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00050" y="40767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400" y="40767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Pricing page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067050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248275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429500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9610725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00050" y="4667250"/>
            <a:ext cx="11391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Responsible · A Accountable · C Consulted · I Informed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the portfolio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543050" y="895350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72250" y="895350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43050" y="3381375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72250" y="3381375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89535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543050" y="592455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Ease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95450" y="10287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BIG BETS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24650" y="10287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QUICK WINS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95450" y="35147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IGNORE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24650" y="35147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FILL-INS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954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8097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rewrite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246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389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695450" y="3800475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9750" y="3800475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dashboards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724650" y="3800475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38950" y="3800475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Dark mode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Structure, method, and results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Exponential smoothing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305050"/>
            <a:ext cx="11391900" cy="2495550"/>
          </a:xfrm>
          <a:prstGeom prst="roundRect">
            <a:avLst>
              <a:gd name="adj" fmla="val 36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9" name="Image 1" descr="/Users/dpadmana/projects/ppt-gen/assets/math/math-08f4b5287431d4d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5" y="2609850"/>
            <a:ext cx="5238750" cy="12001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7250" y="4114800"/>
            <a:ext cx="1047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 α trades responsiveness against noise in the experiment cadence.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decomposition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45458" y="857250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45458" y="857250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16908" y="1009650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INFERENCE STACK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16908" y="1276350"/>
            <a:ext cx="3758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Serving path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81713" y="16954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33613" y="2024062"/>
            <a:ext cx="771525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19325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6950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934575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0050" y="238125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Policy + fallback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257675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7675" y="238125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29125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429125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shards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15300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15300" y="238125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86750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RUNTIME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286750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Batching + KV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 snapshot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2124075"/>
            <a:ext cx="36385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55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055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−38%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59055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 vs baseline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6720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67200" y="2124075"/>
            <a:ext cx="36385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5770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45770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+0.12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445770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13435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34350" y="2124075"/>
            <a:ext cx="363855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485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2485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0.7×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832485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1k tokens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 in YAML. Render with ppt-gen.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pack layout, fill items, regenerate — same visual language every time.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 README · Template packs (consulting / scientific / core)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gallery — consulting &amp; scientific SmartArt</dc:title>
  <dc:subject>PptxGenJS Presentation</dc:subject>
  <dc:creator>ppt-gen</dc:creator>
  <cp:lastModifiedBy>ppt-gen</cp:lastModifiedBy>
  <cp:revision>1</cp:revision>
  <dcterms:created xsi:type="dcterms:W3CDTF">2026-09-20T10:14:56Z</dcterms:created>
  <dcterms:modified xsi:type="dcterms:W3CDTF">2026-09-20T10:14:56Z</dcterms:modified>
</cp:coreProperties>
</file>