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PACKS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Smart visuals for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&amp; science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0383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 YAML, get presentation-grade shapes that PowerPoint SmartArt rarely nails.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860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7432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4850" y="83820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96300" y="97155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96300" y="120015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chevron · stair · venn · raci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4850" y="2486025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96300" y="2619375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96300" y="2847975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equation · hierarchy · KPI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4850" y="413385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96300" y="426720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CHROME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496300" y="449580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 · footer · classification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Argument, ownership, and action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Process (chevron)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476500"/>
            <a:ext cx="27622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476500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3429000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3429000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524250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 the problem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76600" y="2476500"/>
            <a:ext cx="27622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43300" y="2476500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276600" y="3429000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76600" y="3429000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09950" y="3524250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 &amp; evidence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150" y="2476500"/>
            <a:ext cx="27622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19850" y="2476500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53150" y="3429000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53150" y="3429000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86500" y="3524250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&amp; tradeoffs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029700" y="2476500"/>
            <a:ext cx="2762250" cy="800100"/>
          </a:xfrm>
          <a:prstGeom prst="chevron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96400" y="2476500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029700" y="3429000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029700" y="3429000"/>
            <a:ext cx="47625" cy="133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63050" y="3524250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→ scale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maturity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3743325"/>
            <a:ext cx="2743200" cy="2581275"/>
          </a:xfrm>
          <a:prstGeom prst="roundRect">
            <a:avLst>
              <a:gd name="adj" fmla="val 354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3743325"/>
            <a:ext cx="27432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3400" y="389572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33400" y="418147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hoc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3400" y="460057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Heroics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76600" y="2809875"/>
            <a:ext cx="2743200" cy="351472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76600" y="2809875"/>
            <a:ext cx="27432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9950" y="29622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409950" y="32480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Repeatable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409950" y="36671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53150" y="1876425"/>
            <a:ext cx="2743200" cy="444817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53150" y="1876425"/>
            <a:ext cx="274320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6500" y="202882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286500" y="231457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Managed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286500" y="273367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29700" y="942975"/>
            <a:ext cx="2743200" cy="538162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29700" y="942975"/>
            <a:ext cx="27432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63050" y="10953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163050" y="13811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Optimized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163050" y="18002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Feedback loops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product and GTM must overlap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0987" y="1924050"/>
            <a:ext cx="2476500" cy="2476500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24513" y="1924050"/>
            <a:ext cx="2476500" cy="2476500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43388" y="2619375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10388" y="2619375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553075" y="2762250"/>
            <a:ext cx="108585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00050" y="5143500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5143500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400" y="5238750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+ reliability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38625" y="5143500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38625" y="5143500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975" y="5238750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 loops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77200" y="5143500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7200" y="5143500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0550" y="5238750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 + channels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ownership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43250" y="2295525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24475" y="2295525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05700" y="2295525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86925" y="2295525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0050" y="2657475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3400" y="2657475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67050" y="26574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48275" y="26574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429500" y="26574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10725" y="26574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0050" y="3152775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3400" y="3152775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ADR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067050" y="31527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275" y="31527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29500" y="31527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610725" y="31527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0050" y="3648075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3400" y="3648075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Beta cohort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067050" y="36480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248275" y="36480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429500" y="36480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610725" y="36480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00050" y="4143375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4143375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Pricing page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067050" y="41433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248275" y="41433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29500" y="41433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9610725" y="4143375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00050" y="4733925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the portfolio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543050" y="1019175"/>
            <a:ext cx="4933950" cy="2271713"/>
          </a:xfrm>
          <a:prstGeom prst="roundRect">
            <a:avLst>
              <a:gd name="adj" fmla="val 40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72250" y="1019175"/>
            <a:ext cx="4933950" cy="2271713"/>
          </a:xfrm>
          <a:prstGeom prst="roundRect">
            <a:avLst>
              <a:gd name="adj" fmla="val 40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3050" y="3386138"/>
            <a:ext cx="4933950" cy="2271713"/>
          </a:xfrm>
          <a:prstGeom prst="roundRect">
            <a:avLst>
              <a:gd name="adj" fmla="val 40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2250" y="3386138"/>
            <a:ext cx="4933950" cy="2271713"/>
          </a:xfrm>
          <a:prstGeom prst="roundRect">
            <a:avLst>
              <a:gd name="adj" fmla="val 40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1019175"/>
            <a:ext cx="1085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543050" y="5715000"/>
            <a:ext cx="996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95450" y="11525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 BETS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24650" y="11525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95450" y="3519488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IGNORE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24650" y="3519488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FILL-INS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57350" y="143827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752600" y="143827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rewrite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86550" y="143827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81800" y="143827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1657350" y="3805237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752600" y="3805237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dashboards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686550" y="3805237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81800" y="3805237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Dark mode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Structure, method, and results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Exponential smoothing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362200"/>
            <a:ext cx="11391900" cy="2495550"/>
          </a:xfrm>
          <a:prstGeom prst="roundRect">
            <a:avLst>
              <a:gd name="adj" fmla="val 36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9" name="Image 1" descr="/Users/dpadmana/projects/ppt-gen/assets/math/math-08f4b5287431d4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667000"/>
            <a:ext cx="5238750" cy="12001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7250" y="4171950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 α trades responsiveness against noise in the experiment cadence.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decomposition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45458" y="981075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45458" y="981075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16908" y="1095375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INFERENCE STACK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16908" y="1276350"/>
            <a:ext cx="37581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 path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81713" y="18192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33613" y="2147888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19325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6950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34575" y="2162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0050" y="2505075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" y="2847975"/>
            <a:ext cx="332422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 + fallback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257675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7675" y="2505075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9125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29125" y="2847975"/>
            <a:ext cx="332422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shards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15300" y="2505075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15300" y="2505075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86750" y="26193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RUNTIME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86750" y="2847975"/>
            <a:ext cx="332422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Batching + KV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 snapshot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18122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2181225"/>
            <a:ext cx="36385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52450" y="237172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52450" y="2657475"/>
            <a:ext cx="3333750" cy="190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552450" y="4619625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vs baseline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67200" y="218122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67200" y="2181225"/>
            <a:ext cx="36385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19600" y="237172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419600" y="2657475"/>
            <a:ext cx="3333750" cy="190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419600" y="4619625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34350" y="218122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34350" y="2181225"/>
            <a:ext cx="36385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6750" y="237172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86750" y="2657475"/>
            <a:ext cx="3333750" cy="190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0.7×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8286750" y="4619625"/>
            <a:ext cx="3333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1k tokens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two-up (columns)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962025"/>
            <a:ext cx="5581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OUTCOMES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0050" y="1228725"/>
            <a:ext cx="2733675" cy="1714500"/>
          </a:xfrm>
          <a:prstGeom prst="roundRect">
            <a:avLst>
              <a:gd name="adj" fmla="val 5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0050" y="1228725"/>
            <a:ext cx="27336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2450" y="1419225"/>
            <a:ext cx="2428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52450" y="1704975"/>
            <a:ext cx="2428875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552450" y="2524125"/>
            <a:ext cx="24288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48025" y="1228725"/>
            <a:ext cx="2733675" cy="1714500"/>
          </a:xfrm>
          <a:prstGeom prst="roundRect">
            <a:avLst>
              <a:gd name="adj" fmla="val 5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48025" y="1228725"/>
            <a:ext cx="273367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00425" y="1419225"/>
            <a:ext cx="24288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400425" y="1704975"/>
            <a:ext cx="2428875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3400425" y="2524125"/>
            <a:ext cx="24288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10300" y="962025"/>
            <a:ext cx="5581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PATH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10300" y="1228725"/>
            <a:ext cx="1781175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19850" y="1228725"/>
            <a:ext cx="12573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10300" y="2181225"/>
            <a:ext cx="17811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10300" y="218122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43650" y="2276475"/>
            <a:ext cx="1552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+ options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105775" y="1228725"/>
            <a:ext cx="1781175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15325" y="1228725"/>
            <a:ext cx="12573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105775" y="2181225"/>
            <a:ext cx="17811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05775" y="218122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39125" y="2276475"/>
            <a:ext cx="1552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evidence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0001250" y="1228725"/>
            <a:ext cx="1781175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10800" y="1228725"/>
            <a:ext cx="12573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0001250" y="2181225"/>
            <a:ext cx="17811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001250" y="218122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134600" y="2276475"/>
            <a:ext cx="15525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Rollout plan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side by side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962025"/>
            <a:ext cx="5724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95350" y="1266825"/>
            <a:ext cx="25098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0438" y="1266825"/>
            <a:ext cx="25098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95350" y="3652838"/>
            <a:ext cx="25098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00438" y="3652838"/>
            <a:ext cx="250983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0050" y="1266825"/>
            <a:ext cx="457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95350" y="6000750"/>
            <a:ext cx="51149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09650" y="1438275"/>
            <a:ext cx="22812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104900" y="1438275"/>
            <a:ext cx="20907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Rewrite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614738" y="1438275"/>
            <a:ext cx="228123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09988" y="1438275"/>
            <a:ext cx="209073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53175" y="962025"/>
            <a:ext cx="54387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943850" y="2952750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906000" y="2952750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353175" y="3314700"/>
            <a:ext cx="5438775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86525" y="3314700"/>
            <a:ext cx="128587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867650" y="3314700"/>
            <a:ext cx="1962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829800" y="3314700"/>
            <a:ext cx="1962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53175" y="3810000"/>
            <a:ext cx="5438775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86525" y="3810000"/>
            <a:ext cx="128587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867650" y="3810000"/>
            <a:ext cx="1962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829800" y="3810000"/>
            <a:ext cx="19621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353175" y="4400550"/>
            <a:ext cx="54387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stacked (rows)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962025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0050" y="1228725"/>
            <a:ext cx="11391900" cy="533400"/>
          </a:xfrm>
          <a:prstGeom prst="roundRect">
            <a:avLst>
              <a:gd name="adj" fmla="val 171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0050" y="1228725"/>
            <a:ext cx="114300" cy="5334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6750" y="139065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Adoption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956810" y="139065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+18% WoW in pilot cohort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00050" y="1857375"/>
            <a:ext cx="11391900" cy="533400"/>
          </a:xfrm>
          <a:prstGeom prst="roundRect">
            <a:avLst>
              <a:gd name="adj" fmla="val 171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1857375"/>
            <a:ext cx="114300" cy="5334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6750" y="201930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56810" y="201930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 +0.12 vs control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00050" y="2486025"/>
            <a:ext cx="11391900" cy="533400"/>
          </a:xfrm>
          <a:prstGeom prst="roundRect">
            <a:avLst>
              <a:gd name="adj" fmla="val 171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0050" y="2486025"/>
            <a:ext cx="114300" cy="5334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750" y="264795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956810" y="264795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inference −11%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00050" y="361950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THREE MOVES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00050" y="3886200"/>
            <a:ext cx="371475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00050" y="388620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1500" y="4000500"/>
            <a:ext cx="3371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LOCK METRIC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71500" y="4229100"/>
            <a:ext cx="33718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north-star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114800" y="4400550"/>
            <a:ext cx="1143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29100" y="3886200"/>
            <a:ext cx="371475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29100" y="388620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00550" y="4000500"/>
            <a:ext cx="3371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EXPAND COHORT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00550" y="4229100"/>
            <a:ext cx="33718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+2 segments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943850" y="4400550"/>
            <a:ext cx="1143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58150" y="3886200"/>
            <a:ext cx="371475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58150" y="388620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229600" y="4000500"/>
            <a:ext cx="3371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GATE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229600" y="4229100"/>
            <a:ext cx="33718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 / hold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main + side stack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962025"/>
            <a:ext cx="66008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OVERLAP STORY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885950" y="2209800"/>
            <a:ext cx="2238375" cy="2238375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76600" y="2209800"/>
            <a:ext cx="2238375" cy="2238375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19300" y="2838450"/>
            <a:ext cx="9429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438650" y="2838450"/>
            <a:ext cx="94297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205163" y="2971800"/>
            <a:ext cx="981075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0050" y="5305425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5305425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5400675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38425" y="5305425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638425" y="53054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71775" y="5400675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876800" y="5305425"/>
            <a:ext cx="21240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76800" y="53054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10150" y="5400675"/>
            <a:ext cx="18954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229475" y="962025"/>
            <a:ext cx="45624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29475" y="1228725"/>
            <a:ext cx="4562475" cy="1647825"/>
          </a:xfrm>
          <a:prstGeom prst="roundRect">
            <a:avLst>
              <a:gd name="adj" fmla="val 554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229475" y="1228725"/>
            <a:ext cx="45624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381875" y="1419225"/>
            <a:ext cx="42576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381875" y="1704975"/>
            <a:ext cx="4257675" cy="695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+12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7381875" y="2457450"/>
            <a:ext cx="425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Trailing 90d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229475" y="3619500"/>
            <a:ext cx="45624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229475" y="3886200"/>
            <a:ext cx="114300" cy="242887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72375" y="4076700"/>
            <a:ext cx="3952875" cy="2047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Fund the habit-loop bet; pause vanity dashboards.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 in YAML. Render with ppt-gen.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431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pack layout, fill items, regenerate — same visual language every time.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README · Template packs (consulting / scientific / core) · compose for multi-panel slides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gallery — consulting &amp; scientific SmartArt</dc:title>
  <dc:subject>PptxGenJS Presentation</dc:subject>
  <dc:creator>ppt-gen</dc:creator>
  <cp:lastModifiedBy>ppt-gen</cp:lastModifiedBy>
  <cp:revision>1</cp:revision>
  <dcterms:created xsi:type="dcterms:W3CDTF">2026-09-20T11:24:50Z</dcterms:created>
  <dcterms:modified xsi:type="dcterms:W3CDTF">2026-09-20T11:24:50Z</dcterms:modified>
</cp:coreProperties>
</file>