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RETAIL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0050" y="114300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Markdown is leaking
6–9 pts of margin
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00050" y="3429000"/>
            <a:ext cx="685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12-month path to price with intent—not panic—across full-price, promo and clearance.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0050" y="438150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6250" y="443865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BCG-STYLE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00050" y="48768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merchandising, planning and finance leaders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62950" y="952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15450" y="952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67950" y="952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62950" y="2095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15450" y="2095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67950" y="2095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2950" y="3238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15450" y="3238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7950" y="3238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62950" y="4381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5450" y="4381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67950" y="4381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524000" y="219075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problem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524000" y="3381375"/>
            <a:ext cx="914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Clearance is running the P&amp;L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Reactive markdown vs intentional markdown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inventory decisions; very different margin outcomes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447800"/>
            <a:ext cx="5695950" cy="4876800"/>
          </a:xfrm>
          <a:prstGeom prst="roundRect">
            <a:avLst>
              <a:gd name="adj" fmla="val 187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447800"/>
            <a:ext cx="56959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0" y="1676400"/>
            <a:ext cx="5276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71675"/>
            <a:ext cx="52768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Late, blunt, channel-blind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09600" y="2733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" y="26479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Clearance rates climb after sell-through stalls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9600" y="3267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100" y="31813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Promo and outlet compete with full-price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09600" y="3800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0100" y="37147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Planners lack a shared demand signal by SKU-size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324600" y="1447800"/>
            <a:ext cx="5467350" cy="4876800"/>
          </a:xfrm>
          <a:prstGeom prst="roundRect">
            <a:avLst>
              <a:gd name="adj" fmla="val 187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24600" y="1447800"/>
            <a:ext cx="54673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4150" y="1676400"/>
            <a:ext cx="5048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34150" y="1971675"/>
            <a:ext cx="504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Early, SKU-aware, testable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534150" y="2733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4650" y="26479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Predict residual risk before week 6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4150" y="3267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4650" y="31813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price by cluster, not blanket %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534150" y="3800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4650" y="37147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prove lift vs margin trade-off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Clearance already destroys more margin than promo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7058025" cy="5143500"/>
          </a:xfrm>
          <a:prstGeom prst="roundRect">
            <a:avLst>
              <a:gd name="adj" fmla="val 1778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6" name="Image 0" descr="/Users/dpadmana/projects/ppt-gen/assets/plots/apparel_markdown-b3601702a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" y="1295400"/>
            <a:ext cx="6829425" cy="4914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43825" y="1181100"/>
            <a:ext cx="4048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743825" y="16097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34325" y="152400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Clearance markdown rate ~41% of units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43825" y="21431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34325" y="205740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~9.5 pts gross margin lost in that lane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43825" y="26765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34325" y="259080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Full-price is the only lane under control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Full-price mix is eroding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4572000"/>
          </a:xfrm>
          <a:prstGeom prst="roundRect">
            <a:avLst>
              <a:gd name="adj" fmla="val 2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6" name="Image 0" descr="/Users/dpadmana/projects/ppt-gen/assets/plots/apparel_margin-8ebb739d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1314450"/>
            <a:ext cx="9906000" cy="419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0550" y="5867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Full-price mix fell from 61% → 47% in six months—before peak holiday.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to intervene first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Prioritize high residual value with recoverable demand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52550" y="1638300"/>
            <a:ext cx="10058400" cy="411480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74606" y="1638300"/>
            <a:ext cx="14288" cy="41148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52550" y="3688556"/>
            <a:ext cx="10058400" cy="14288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0050" y="1638300"/>
            <a:ext cx="857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Unit contribution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52550" y="5924550"/>
            <a:ext cx="10058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Sell-through risk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86150" y="2080260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PROTECT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15350" y="2080260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NOW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86150" y="4137660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EXIT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15350" y="4137660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 &amp; LEARN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5650" y="2524125"/>
            <a:ext cx="1143000" cy="285750"/>
          </a:xfrm>
          <a:prstGeom prst="roundRect">
            <a:avLst>
              <a:gd name="adj" fmla="val 32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71850" y="2581275"/>
            <a:ext cx="990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Core basics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24850" y="2524125"/>
            <a:ext cx="1143000" cy="285750"/>
          </a:xfrm>
          <a:prstGeom prst="roundRect">
            <a:avLst>
              <a:gd name="adj" fmla="val 32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01050" y="2581275"/>
            <a:ext cx="990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Seasonal fashion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5650" y="4581525"/>
            <a:ext cx="1143000" cy="285750"/>
          </a:xfrm>
          <a:prstGeom prst="roundRect">
            <a:avLst>
              <a:gd name="adj" fmla="val 32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71850" y="4638675"/>
            <a:ext cx="990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Aged novelty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324850" y="4581525"/>
            <a:ext cx="1143000" cy="285750"/>
          </a:xfrm>
          <a:prstGeom prst="roundRect">
            <a:avLst>
              <a:gd name="adj" fmla="val 32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01050" y="4638675"/>
            <a:ext cx="990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 capsules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Illustrative annual impact (US apparel mid-market)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Directional, based on $800M revenue and current mix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245745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2457450"/>
            <a:ext cx="2676525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550" y="270510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MARGIN RECOVERY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0550" y="310515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+$18–28M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90550" y="476250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Gross profit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05175" y="245745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05175" y="2457450"/>
            <a:ext cx="2676525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95675" y="270510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FULL-PRICE MIX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95675" y="310515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+4–6 pts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495675" y="476250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Within 12 months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0300" y="245745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300" y="2457450"/>
            <a:ext cx="2676525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270510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AGED INVENTORY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310515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−15–25%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400800" y="476250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of supply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15425" y="245745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15425" y="2457450"/>
            <a:ext cx="2676525" cy="762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05925" y="270510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PAYBACK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305925" y="310515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&lt;2 qtrs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9305925" y="476250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 pilot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Sequence the capability—not a one-off promo calendar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3667125" cy="5143500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1181100"/>
            <a:ext cx="57150" cy="514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133350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DIAGNOSE &amp; PILOT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1500" y="1600200"/>
            <a:ext cx="332422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SKU risk scores + 2 categories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" y="5962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0–90 DAYS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71500" y="5695950"/>
            <a:ext cx="3324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Residual demand model MVP • Markdown playbook v1 • Holdout in 40 doors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57675" y="1181100"/>
            <a:ext cx="3667125" cy="5143500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57675" y="1181100"/>
            <a:ext cx="57150" cy="514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29125" y="133350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DECISIONS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29125" y="1600200"/>
            <a:ext cx="332422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Planner workflow + guardrails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429125" y="5962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3–9 MONTHS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29125" y="5695950"/>
            <a:ext cx="3324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price service • Assortment linkage • Weekly margin readout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15300" y="1181100"/>
            <a:ext cx="3667125" cy="5143500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15300" y="1181100"/>
            <a:ext cx="57150" cy="514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86750" y="133350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 SYSTEM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86750" y="1600200"/>
            <a:ext cx="332422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Cross-channel price fabric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86750" y="5962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9–18 MONTHS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86750" y="5695950"/>
            <a:ext cx="3324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Outlet / wholesale rules • Auto-clearance with caps • Finance-owned KPI pack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90-day pilot squad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commercial ownership next to the algorithm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05000" y="14478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1–3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226050" y="14478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4–7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47100" y="14478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8–12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0050" y="1866900"/>
            <a:ext cx="12573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Merchandising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828800" y="1752600"/>
            <a:ext cx="9963150" cy="82296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0050" y="2766060"/>
            <a:ext cx="12573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Planning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828800" y="2651760"/>
            <a:ext cx="9963150" cy="82296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0050" y="3665220"/>
            <a:ext cx="12573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828800" y="3550920"/>
            <a:ext cx="9963150" cy="82296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0050" y="4564380"/>
            <a:ext cx="12573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Stores / e-comm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828800" y="4450080"/>
            <a:ext cx="9963150" cy="82296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0050" y="5463540"/>
            <a:ext cx="12573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828800" y="5349240"/>
            <a:ext cx="9963150" cy="82296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24050" y="1905000"/>
            <a:ext cx="3130550" cy="304800"/>
          </a:xfrm>
          <a:prstGeom prst="roundRect">
            <a:avLst>
              <a:gd name="adj" fmla="val 30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00250" y="1885950"/>
            <a:ext cx="297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Category charter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924050" y="2804160"/>
            <a:ext cx="3130550" cy="304800"/>
          </a:xfrm>
          <a:prstGeom prst="roundRect">
            <a:avLst>
              <a:gd name="adj" fmla="val 30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00250" y="2785110"/>
            <a:ext cx="297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Risk rules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245100" y="3703320"/>
            <a:ext cx="3130550" cy="304800"/>
          </a:xfrm>
          <a:prstGeom prst="roundRect">
            <a:avLst>
              <a:gd name="adj" fmla="val 30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21300" y="3684270"/>
            <a:ext cx="297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+ holdout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245100" y="4602480"/>
            <a:ext cx="3130550" cy="304800"/>
          </a:xfrm>
          <a:prstGeom prst="roundRect">
            <a:avLst>
              <a:gd name="adj" fmla="val 30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21300" y="4583430"/>
            <a:ext cx="297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Execution path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566150" y="5501640"/>
            <a:ext cx="3130550" cy="304800"/>
          </a:xfrm>
          <a:prstGeom prst="roundRect">
            <a:avLst>
              <a:gd name="adj" fmla="val 30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42350" y="5482590"/>
            <a:ext cx="297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Margin gate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0050" y="1238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Treat markdown as a
decision system—not a fire drill.
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00050" y="2952750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two categories, one holdout design, and a finance co-owner.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00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4000500"/>
            <a:ext cx="57150" cy="11430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PICK PILOTS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15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High-volume categories with residual risk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719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71950" y="4000500"/>
            <a:ext cx="57150" cy="11430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PROVE INCREMENTALITY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434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on price depth and timing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438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43850" y="4000500"/>
            <a:ext cx="57150" cy="114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153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SCALE THE FABRIC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1153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 signals across channels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step: convene the 90-day squad and lock the first two categories.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Markdown optimization for US apparel</dc:title>
  <dc:subject>PptxGenJS Presentation</dc:subject>
  <dc:creator>ppt-gen</dc:creator>
  <cp:lastModifiedBy>ppt-gen</cp:lastModifiedBy>
  <cp:revision>1</cp:revision>
  <dcterms:created xsi:type="dcterms:W3CDTF">2026-08-08T13:46:56Z</dcterms:created>
  <dcterms:modified xsi:type="dcterms:W3CDTF">2026-08-08T13:46:56Z</dcterms:modified>
</cp:coreProperties>
</file>