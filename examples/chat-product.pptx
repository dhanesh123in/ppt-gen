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14300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messaging product
built for trust at scale
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00050" y="342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Requirements and architecture for a WhatsApp-class chat experience—1:1, groups, media, calls.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38150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6250" y="443865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00050" y="48768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engineering and design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62950" y="1047750"/>
            <a:ext cx="2800350" cy="952500"/>
          </a:xfrm>
          <a:prstGeom prst="roundRect">
            <a:avLst>
              <a:gd name="adj" fmla="val 9600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53450" y="1219200"/>
            <a:ext cx="2419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53450" y="1466850"/>
            <a:ext cx="2419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10M MAU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362950" y="2190750"/>
            <a:ext cx="2800350" cy="952500"/>
          </a:xfrm>
          <a:prstGeom prst="roundRect">
            <a:avLst>
              <a:gd name="adj" fmla="val 9600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3450" y="2362200"/>
            <a:ext cx="2419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53450" y="2609850"/>
            <a:ext cx="2419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&lt;150ms ack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362950" y="3333750"/>
            <a:ext cx="2800350" cy="952500"/>
          </a:xfrm>
          <a:prstGeom prst="roundRect">
            <a:avLst>
              <a:gd name="adj" fmla="val 9600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53450" y="3505200"/>
            <a:ext cx="2419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CRYPTO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53450" y="3752850"/>
            <a:ext cx="2419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E2EE 1:1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 &amp; goals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must nail on day 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users stay (and leave)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5695950" cy="5143500"/>
          </a:xfrm>
          <a:prstGeom prst="roundRect">
            <a:avLst>
              <a:gd name="adj" fmla="val 177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600" y="1409700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MUST-WIN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600" y="1704975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Reliability + privacy feel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9600" y="24669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100" y="23812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Messages arrive in order, fast, offline-safe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9600" y="30003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100" y="29146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End-to-end encryption by default on 1:1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9600" y="35337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" y="34480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 that just works on weak networks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24600" y="1181100"/>
            <a:ext cx="5467350" cy="5143500"/>
          </a:xfrm>
          <a:prstGeom prst="roundRect">
            <a:avLst>
              <a:gd name="adj" fmla="val 177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24600" y="1181100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4150" y="1409700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NICE-LATER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4150" y="1704975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Differentiate after parity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534150" y="24669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4650" y="23812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Channels / communities at massive fanout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34150" y="30003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4650" y="29146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Rich business APIs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534150" y="35337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4650" y="34480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Multi-device without breaking E2EE story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Experience targets (v1)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2324100"/>
            <a:ext cx="267652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550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SEND→ACK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0550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&lt;150ms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90550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 same region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05175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05175" y="2324100"/>
            <a:ext cx="267652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95675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SYNC CATCH-UP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5675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&lt;2s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495675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24h offline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0300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0300" y="2324100"/>
            <a:ext cx="2676525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GROUP SIZE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1k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400800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Members v1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15425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15425" y="2324100"/>
            <a:ext cx="2676525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05925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05925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GB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9305925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Max upload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Core journeys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2705100" cy="51435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7150" cy="514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13335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1:1 CHAT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1600200"/>
            <a:ext cx="2362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Text, react, reply, delete-for-me/everyone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95650" y="1181100"/>
            <a:ext cx="2705100" cy="51435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5650" y="1181100"/>
            <a:ext cx="57150" cy="514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7100" y="13335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67100" y="1600200"/>
            <a:ext cx="2362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roles, mentions, invite links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91250" y="1181100"/>
            <a:ext cx="2705100" cy="51435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1250" y="1181100"/>
            <a:ext cx="57150" cy="514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2700" y="13335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62700" y="1600200"/>
            <a:ext cx="2362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Images, video, voice notes, docs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086850" y="1181100"/>
            <a:ext cx="2705100" cy="51435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86850" y="1181100"/>
            <a:ext cx="57150" cy="5143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58300" y="13335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58300" y="1600200"/>
            <a:ext cx="2362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Voice/video 1:1 → group later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Non-functional requirements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114300" cy="12096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850" y="129540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Security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84648" y="130492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E2EE 1:1; group E2EE roadmap; device verification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00050" y="2486025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0050" y="2486025"/>
            <a:ext cx="114300" cy="120967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850" y="2600325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Availability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84648" y="2609850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99.95% message API; multi-AZ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0050" y="3790950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050" y="3790950"/>
            <a:ext cx="114300" cy="120967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850" y="390525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84648" y="391477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10M MAU year-1; horizontal message plane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00050" y="5095875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0050" y="5095875"/>
            <a:ext cx="114300" cy="120967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850" y="5210175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Compliance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84648" y="5219700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 gates, report/block, regional data controls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v1 scope cut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543050" y="1295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72250" y="1295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43050" y="3581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72250" y="3581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0050" y="12954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cost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43050" y="592455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 value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95450" y="1428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24650" y="1428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NOW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95450" y="3714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SKIP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24650" y="3714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 / BUY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95450" y="1714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09750" y="1714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Status/stories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724650" y="1714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8950" y="1714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1:1 + receipts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24650" y="21717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F28E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8950" y="21717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Groups 1k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695450" y="4000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09750" y="4000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Payments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724650" y="4000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38950" y="4000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Push infra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(v1)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219575"/>
          </a:xfrm>
          <a:prstGeom prst="roundRect">
            <a:avLst>
              <a:gd name="adj" fmla="val 216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diagrams/chat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314450"/>
            <a:ext cx="10629900" cy="38385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Message path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7150" cy="514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Encrypt + queue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114675" y="374332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6125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6125" y="1181100"/>
            <a:ext cx="57150" cy="514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7575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GATEWAY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57575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 + WS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00750" y="374332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181100"/>
            <a:ext cx="57150" cy="514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3650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MESSAGE SVC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3650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Persist + fanout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86825" y="374332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8275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8275" y="1181100"/>
            <a:ext cx="57150" cy="5143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29725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DEVICES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9725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Sync + receipts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ownership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45458" y="1257300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45458" y="1257300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6908" y="1409700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 PLATFORM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81713" y="20955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2600" y="2424113"/>
            <a:ext cx="868680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83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339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295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51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0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" y="278130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56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5650" y="278130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71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912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1250" y="278130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27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PRESENCE / PUSH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868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86850" y="2781300"/>
            <a:ext cx="57150" cy="10477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83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/ KEYS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12-week build plan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05000" y="11811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226050" y="11811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5–8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47100" y="11811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9–12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0050" y="1524000"/>
            <a:ext cx="1257300" cy="883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524000"/>
            <a:ext cx="9963150" cy="88392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050" y="2484120"/>
            <a:ext cx="1257300" cy="883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2484120"/>
            <a:ext cx="9963150" cy="88392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0050" y="3444240"/>
            <a:ext cx="1257300" cy="883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0" y="3444240"/>
            <a:ext cx="9963150" cy="88392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050" y="4404360"/>
            <a:ext cx="1257300" cy="883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28800" y="4404360"/>
            <a:ext cx="9963150" cy="88392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0050" y="5364480"/>
            <a:ext cx="1257300" cy="883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SRE / security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28800" y="5364480"/>
            <a:ext cx="9963150" cy="88392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24050" y="177546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00250" y="177546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 freeze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924050" y="273558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00250" y="273558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Sync protocol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245100" y="369570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300" y="369570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Persist + fanout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245100" y="465582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21300" y="465582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pipeline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66150" y="561594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42350" y="561594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Threat model sign-off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Surface priority from comps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7058025" cy="5143500"/>
          </a:xfrm>
          <a:prstGeom prst="roundRect">
            <a:avLst>
              <a:gd name="adj" fmla="val 1778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6" name="Image 0" descr="/Users/dpadmana/projects/ppt-gen/assets/plots/chat_surfaces-e05f756f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2219325"/>
            <a:ext cx="6753225" cy="30670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43825" y="1181100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43825" y="16097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34325" y="15240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1:1 and groups dominate retention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43825" y="2143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34325" y="20574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Calls matter but trail chat DAU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43825" y="26765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34325" y="25908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Stories are growth—not retention—first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funnel (north-star)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11391900" cy="952500"/>
          </a:xfrm>
          <a:prstGeom prst="roundRect">
            <a:avLst>
              <a:gd name="adj" fmla="val 96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2450" y="1552575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Install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9645" y="2228850"/>
            <a:ext cx="10252710" cy="952500"/>
          </a:xfrm>
          <a:prstGeom prst="roundRect">
            <a:avLst>
              <a:gd name="adj" fmla="val 96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2045" y="2600325"/>
            <a:ext cx="9947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Verify phone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539240" y="3276600"/>
            <a:ext cx="9113520" cy="952500"/>
          </a:xfrm>
          <a:prstGeom prst="roundRect">
            <a:avLst>
              <a:gd name="adj" fmla="val 96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91640" y="3648075"/>
            <a:ext cx="880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Import contacts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08835" y="4324350"/>
            <a:ext cx="7974330" cy="952500"/>
          </a:xfrm>
          <a:prstGeom prst="roundRect">
            <a:avLst>
              <a:gd name="adj" fmla="val 96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1235" y="4695825"/>
            <a:ext cx="7669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message sent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78430" y="5372100"/>
            <a:ext cx="6835140" cy="952500"/>
          </a:xfrm>
          <a:prstGeom prst="roundRect">
            <a:avLst>
              <a:gd name="adj" fmla="val 96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0830" y="5743575"/>
            <a:ext cx="6530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D7 return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 private, reliable chat—
then earn the right to expand.
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v1 = 1:1 + groups + media + receipts under clear SLOs and E2EE.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FREEZE SCOPE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Cut stories and payments from v1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INSTRUMENT SLOS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434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Ack latency, sync time, drop rate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53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DOGFOOD HARD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153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fleet before public beta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Next: approve architecture ADR and staff the 12-week squad.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 product — WhatsApp-class messaging</dc:title>
  <dc:subject>PptxGenJS Presentation</dc:subject>
  <dc:creator>ppt-gen</dc:creator>
  <cp:lastModifiedBy>ppt-gen</cp:lastModifiedBy>
  <cp:revision>1</cp:revision>
  <dcterms:created xsi:type="dcterms:W3CDTF">2026-08-08T15:25:49Z</dcterms:created>
  <dcterms:modified xsi:type="dcterms:W3CDTF">2026-08-08T15:25:49Z</dcterms:modified>
</cp:coreProperties>
</file>