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BRIEF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messaging product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 for trust at scale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03835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Requirements and architecture for a WhatsApp-class chat experience.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098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6670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0289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engineering and design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24850" y="83820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96300" y="97155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96300" y="120015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10M MAU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324850" y="2486025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96300" y="2619375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496300" y="2847975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&lt;150ms ack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4850" y="413385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96300" y="426720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CRYPTO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496300" y="449580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E2EE 1:1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 &amp; goals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must nail on day one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users stay (and leave)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5695950" cy="5419725"/>
          </a:xfrm>
          <a:prstGeom prst="roundRect">
            <a:avLst>
              <a:gd name="adj" fmla="val 16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9600" y="1133475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MUST-WIN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9600" y="1428750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Reliability + privacy feel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09600" y="2276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0100" y="210502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Messages arrive in order, fast, offline-safe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0960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" y="256222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End-to-end encryption by default on 1:1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600" y="3190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0100" y="301942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 that just works on weak networks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24600" y="904875"/>
            <a:ext cx="5467350" cy="5419725"/>
          </a:xfrm>
          <a:prstGeom prst="roundRect">
            <a:avLst>
              <a:gd name="adj" fmla="val 16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24600" y="904875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4150" y="1133475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NICE-LATER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34150" y="1428750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Differentiate after parity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6534150" y="2276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4650" y="210502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Channels / communities at massive fanout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53415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24650" y="256222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Rich business APIs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534150" y="3190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24650" y="301942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Multi-device without breaking E2EE story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Targets and journeys (v1)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96202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EXPERIENCE TARGETS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0050" y="1228725"/>
            <a:ext cx="1657350" cy="1714500"/>
          </a:xfrm>
          <a:prstGeom prst="roundRect">
            <a:avLst>
              <a:gd name="adj" fmla="val 551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28725"/>
            <a:ext cx="16573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438275"/>
            <a:ext cx="1314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SEND→ACK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762125"/>
            <a:ext cx="13144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&lt;150ms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71500" y="24669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same region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190750" y="1228725"/>
            <a:ext cx="1657350" cy="1714500"/>
          </a:xfrm>
          <a:prstGeom prst="roundRect">
            <a:avLst>
              <a:gd name="adj" fmla="val 551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90750" y="1228725"/>
            <a:ext cx="165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62200" y="1438275"/>
            <a:ext cx="1314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CATCH-UP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62200" y="1762125"/>
            <a:ext cx="13144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&lt;2s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2362200" y="24669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24h offline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81450" y="1228725"/>
            <a:ext cx="1657350" cy="1714500"/>
          </a:xfrm>
          <a:prstGeom prst="roundRect">
            <a:avLst>
              <a:gd name="adj" fmla="val 551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81450" y="1228725"/>
            <a:ext cx="16573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52900" y="1438275"/>
            <a:ext cx="1314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 SIZE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152900" y="1762125"/>
            <a:ext cx="13144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1k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4152900" y="24669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Members v1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86450" y="96202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CORE JOURNEYS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886450" y="1228725"/>
            <a:ext cx="5905500" cy="1571625"/>
          </a:xfrm>
          <a:prstGeom prst="roundRect">
            <a:avLst>
              <a:gd name="adj" fmla="val 581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886450" y="1228725"/>
            <a:ext cx="57150" cy="15716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57900" y="1343025"/>
            <a:ext cx="5562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1:1 CHAT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057900" y="1609725"/>
            <a:ext cx="55626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Text, react, reply, delete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886450" y="2990850"/>
            <a:ext cx="5905500" cy="1571625"/>
          </a:xfrm>
          <a:prstGeom prst="roundRect">
            <a:avLst>
              <a:gd name="adj" fmla="val 581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886450" y="2990850"/>
            <a:ext cx="57150" cy="15716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057900" y="3105150"/>
            <a:ext cx="5562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057900" y="3371850"/>
            <a:ext cx="55626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roles, mentions, invites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886450" y="4752975"/>
            <a:ext cx="5905500" cy="1571625"/>
          </a:xfrm>
          <a:prstGeom prst="roundRect">
            <a:avLst>
              <a:gd name="adj" fmla="val 581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86450" y="4752975"/>
            <a:ext cx="57150" cy="15716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57900" y="4867275"/>
            <a:ext cx="5562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057900" y="5133975"/>
            <a:ext cx="55626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Images, video, voice, docs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Non-functional requirements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114300" cy="12763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6750" y="14382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Security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56810" y="14382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E2EE 1:1; group E2EE roadmap; device verification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0050" y="22764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2276475"/>
            <a:ext cx="114300" cy="12763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28098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Availability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956810" y="28098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99.95% message API; multi-AZ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0050" y="36480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3648075"/>
            <a:ext cx="114300" cy="12763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6750" y="41814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956810" y="41814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10M MAU year-1; horizontal message plane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00050" y="50196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0050" y="5019675"/>
            <a:ext cx="114300" cy="12763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6750" y="55530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Compliance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956810" y="55530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 gates, report/block, regional data controls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Scope and message path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962025"/>
            <a:ext cx="6753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V1 SCOPE CUT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085850" y="1266825"/>
            <a:ext cx="29289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10038" y="1266825"/>
            <a:ext cx="29289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85850" y="3652838"/>
            <a:ext cx="29289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0038" y="3652838"/>
            <a:ext cx="29289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266825"/>
            <a:ext cx="628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cost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85850" y="6000750"/>
            <a:ext cx="5953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 value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8250" y="1400175"/>
            <a:ext cx="26241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262438" y="1400175"/>
            <a:ext cx="26241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NOW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38250" y="3786188"/>
            <a:ext cx="26241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SKIP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262438" y="3786188"/>
            <a:ext cx="26241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00150" y="1685925"/>
            <a:ext cx="27003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95400" y="1685925"/>
            <a:ext cx="25098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Status/stories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24338" y="1685925"/>
            <a:ext cx="27003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19588" y="1685925"/>
            <a:ext cx="25098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1:1 + receipts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224338" y="2143125"/>
            <a:ext cx="27003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F28E2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19588" y="2143125"/>
            <a:ext cx="25098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Groups 1k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00150" y="4071938"/>
            <a:ext cx="27003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5400" y="4071938"/>
            <a:ext cx="25098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Payments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381875" y="962025"/>
            <a:ext cx="4410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MESSAGE PATH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381875" y="1228725"/>
            <a:ext cx="4410075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81875" y="1228725"/>
            <a:ext cx="57150" cy="838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553325" y="1343025"/>
            <a:ext cx="4067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CLIENT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553325" y="1524000"/>
            <a:ext cx="40671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Encrypt + queue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381875" y="2162175"/>
            <a:ext cx="4410075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81875" y="2162175"/>
            <a:ext cx="57150" cy="838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553325" y="2276475"/>
            <a:ext cx="4067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GATEWAY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553325" y="2457450"/>
            <a:ext cx="40671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 + WS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381875" y="3095625"/>
            <a:ext cx="4410075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381875" y="3095625"/>
            <a:ext cx="57150" cy="838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53325" y="3209925"/>
            <a:ext cx="4067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MESSAGE SVC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553325" y="3390900"/>
            <a:ext cx="40671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Persist + fanout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7381875" y="4029075"/>
            <a:ext cx="4410075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381875" y="4029075"/>
            <a:ext cx="57150" cy="838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553325" y="4143375"/>
            <a:ext cx="4067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DEVICES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553325" y="4324350"/>
            <a:ext cx="40671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+ receipts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ownership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45458" y="981075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45458" y="981075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16908" y="1095375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 PLATFORM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1713" y="18192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52600" y="2147888"/>
            <a:ext cx="868680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383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339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295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51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2505075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15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956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5650" y="2505075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671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912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91250" y="2505075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627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PRESENCE / PUSH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868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86850" y="2505075"/>
            <a:ext cx="57150" cy="10477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/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12-week build plan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905000" y="90487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1–4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226050" y="90487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5–8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47100" y="90487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9–12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00050" y="1247775"/>
            <a:ext cx="1257300" cy="93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828800" y="1247775"/>
            <a:ext cx="9963150" cy="93916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2263140"/>
            <a:ext cx="1257300" cy="93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Client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828800" y="2263140"/>
            <a:ext cx="9963150" cy="93916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0050" y="3278505"/>
            <a:ext cx="1257300" cy="93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828800" y="3278505"/>
            <a:ext cx="9963150" cy="93916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0050" y="4293870"/>
            <a:ext cx="1257300" cy="93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828800" y="4293870"/>
            <a:ext cx="9963150" cy="93916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0050" y="5309235"/>
            <a:ext cx="1257300" cy="93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SRE / security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828800" y="5309235"/>
            <a:ext cx="9963150" cy="93916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924050" y="152685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000250" y="152685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 freeze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924050" y="2542222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000250" y="2542222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protocol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245100" y="355758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21300" y="355758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Persist + fanout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245100" y="4572953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21300" y="4572953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pipeline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566150" y="5588317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642350" y="5588317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Threat model sign-off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Surface priority from comps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7058025" cy="5419725"/>
          </a:xfrm>
          <a:prstGeom prst="roundRect">
            <a:avLst>
              <a:gd name="adj" fmla="val 1687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7" name="Image 1" descr="/Users/dpadmana/projects/ppt-gen/assets/plots/chat_surfaces-d18e8100c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085975"/>
            <a:ext cx="6753225" cy="3067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43825" y="904875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743825" y="1419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34325" y="12477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1:1 and groups dominate retention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743825" y="18764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34325" y="17049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Calls matter but trail chat DAU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43825" y="2333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34325" y="21621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Stories are growth—not retention—first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funnel (north-star)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11391900" cy="1000125"/>
          </a:xfrm>
          <a:prstGeom prst="roundRect">
            <a:avLst>
              <a:gd name="adj" fmla="val 9143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52450" y="1300163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69645" y="2000250"/>
            <a:ext cx="10252710" cy="1000125"/>
          </a:xfrm>
          <a:prstGeom prst="roundRect">
            <a:avLst>
              <a:gd name="adj" fmla="val 9143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22045" y="2395538"/>
            <a:ext cx="9947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Verify phone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539240" y="3095625"/>
            <a:ext cx="9113520" cy="1000125"/>
          </a:xfrm>
          <a:prstGeom prst="roundRect">
            <a:avLst>
              <a:gd name="adj" fmla="val 9143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91640" y="3490913"/>
            <a:ext cx="880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Import contacts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8835" y="4191000"/>
            <a:ext cx="7974330" cy="1000125"/>
          </a:xfrm>
          <a:prstGeom prst="roundRect">
            <a:avLst>
              <a:gd name="adj" fmla="val 9143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61235" y="4586288"/>
            <a:ext cx="7669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message sent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678430" y="5286375"/>
            <a:ext cx="6835140" cy="1000125"/>
          </a:xfrm>
          <a:prstGeom prst="roundRect">
            <a:avLst>
              <a:gd name="adj" fmla="val 9143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30830" y="5681663"/>
            <a:ext cx="6530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D7 return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143000"/>
            <a:ext cx="9525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 private, reliable chat—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then earn the right to expand.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7813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v1 = 1:1 + groups + media + receipts under clear SLOs and E2EE.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FREEZE SCOPE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Cut stories and payments from v1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INSTRUMENT SLOS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Ack latency, sync time, drop rate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DOGFOOD HARD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fleet before public beta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Next: approve architecture ADR and staff the 12-week squad.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REALTIME CHAT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 product — WhatsApp-class messaging</dc:title>
  <dc:subject>PptxGenJS Presentation</dc:subject>
  <dc:creator>ppt-gen</dc:creator>
  <cp:lastModifiedBy>ppt-gen</cp:lastModifiedBy>
  <cp:revision>1</cp:revision>
  <dcterms:created xsi:type="dcterms:W3CDTF">2026-09-20T11:19:25Z</dcterms:created>
  <dcterms:modified xsi:type="dcterms:W3CDTF">2026-09-20T11:19:25Z</dcterms:modified>
</cp:coreProperties>
</file>